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920240"/>
            <a:ext cx="6217920" cy="6217920"/>
          </a:xfrm>
          <a:prstGeom prst="ellipse">
            <a:avLst/>
          </a:prstGeom>
          <a:solidFill>
            <a:srgbClr val="2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457200"/>
            <a:ext cx="3657600" cy="365760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— SUSTAINABLE CITIES AND COMMUNITIES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Pollution Awareness Map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2004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turns scattered, subjective noise complaints into a classified, evidence-backed map communities can use to advocate for quieter, healthier neighborhoods.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" y="4297680"/>
            <a:ext cx="2743200" cy="0"/>
          </a:xfrm>
          <a:prstGeom prst="line">
            <a:avLst/>
          </a:prstGeom>
          <a:noFill/>
          <a:ln w="25400">
            <a:solidFill>
              <a:srgbClr val="D98E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pPr indent="0" marL="0">
              <a:buNone/>
            </a:pPr>
            <a:r>
              <a:rPr lang="en-US" sz="13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College Name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— In collaboration with IBM SkillsBuild &amp; AICTE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 pollution is measured by no one, felt by everyone.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F1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might we use AI to </a:t>
            </a:r>
            <a:pPr indent="0" marL="0">
              <a:lnSpc>
                <a:spcPct val="115000"/>
              </a:lnSpc>
              <a:buNone/>
            </a:pPr>
            <a:r>
              <a:rPr lang="en-US" sz="1750" b="1" i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crowdsourced noise readings and identify their likely source</a:t>
            </a:r>
            <a:pPr indent="0" marL="0">
              <a:lnSpc>
                <a:spcPct val="11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 that </a:t>
            </a:r>
            <a:pPr indent="0" marL="0">
              <a:lnSpc>
                <a:spcPct val="115000"/>
              </a:lnSpc>
              <a:buNone/>
            </a:pPr>
            <a:r>
              <a:rPr lang="en-US" sz="1750" b="1" i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communities near schools and hospitals can build evidence to advocate for quieter zones</a:t>
            </a:r>
            <a:pPr indent="0" marL="0">
              <a:lnSpc>
                <a:spcPct val="115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C15B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objective evidence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too loud” is a common complaint, but residents rarely have data to back it up when raising it with authorities.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3703320"/>
            <a:ext cx="502920" cy="502920"/>
          </a:xfrm>
          <a:prstGeom prst="ellipse">
            <a:avLst/>
          </a:prstGeom>
          <a:solidFill>
            <a:srgbClr val="C15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go unidentified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754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construction, loudspeakers, and industry all sound different over time — but no one is separating them.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703320"/>
            <a:ext cx="502920" cy="502920"/>
          </a:xfrm>
          <a:prstGeom prst="ellipse">
            <a:avLst/>
          </a:prstGeom>
          <a:solidFill>
            <a:srgbClr val="C15B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zones are unenforced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754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near schools and hospitals have legal noise limits that are rarely checked or reported against.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· AI for Sustainability Virtual Internship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1F1B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7180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near noise sources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576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objective proof of a problem before raising it with authorities or a landlord.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148840"/>
            <a:ext cx="640080" cy="640080"/>
          </a:xfrm>
          <a:prstGeom prst="ellipse">
            <a:avLst/>
          </a:prstGeom>
          <a:solidFill>
            <a:srgbClr val="1F1B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97180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hospitals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36576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protected “silence zones” that need evidence when limits are being breached nearby.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148840"/>
            <a:ext cx="640080" cy="640080"/>
          </a:xfrm>
          <a:prstGeom prst="ellipse">
            <a:avLst/>
          </a:prstGeom>
          <a:solidFill>
            <a:srgbClr val="1F1B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297180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welfare associations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36576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individual complaints into a single case a municipal body can't ignore.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148840"/>
            <a:ext cx="640080" cy="640080"/>
          </a:xfrm>
          <a:prstGeom prst="ellipse">
            <a:avLst/>
          </a:prstGeom>
          <a:solidFill>
            <a:srgbClr val="1F1B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297180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government / ward officers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53728" y="365760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prioritized, evidence-backed locations instead of scattered, unverifiable complaints.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· AI for Sustainability Virtual Internship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solution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F1B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reading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logs a decibel reading, time of day, and duration from a phone or simple meter.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3A345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classification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the dB pattern + time-of-day signature to a likely source: traffic, construction, event, industrial.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55080" y="21031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1F1B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grounding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the actual legal limit for that zone type (residential, silence zone, commercial).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35440" y="210312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3A345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72600" y="22128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7260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report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31546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plain-language summary an RWA or ward office can act on — not just a raw number.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4434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components used: prompt engineering for report generation · RAG over noise-regulation references · rule-based dB-to-limit classification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5074920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0749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AI, not just a decibel meter: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dB number doesn't tell you if it's legal for that zone, or what's causing it. AI reasons across time-of-day pattern, zone type, and regulation — and explains it in language a ward office will act on.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· AI for Sustainability Virtual Internship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&amp; demo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prototype simulates the assistant end-to-end: enter a decibel reading, time of day, and zone type — the AI classifies the likely source and checks it against the legal limit.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6751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6675120" cy="502920"/>
          </a:xfrm>
          <a:prstGeom prst="roundRect">
            <a:avLst>
              <a:gd name="adj" fmla="val 18182"/>
            </a:avLst>
          </a:prstGeom>
          <a:solidFill>
            <a:srgbClr val="1F1B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Awareness Assistant — Demo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01952" y="3172968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E7E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48256" y="3172968"/>
            <a:ext cx="4828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dB near my house at 11pm, lasted 2 hours. Residential zone.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" y="3895344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1EC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89534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dB at 11pm exceeds the nighttime residential limit (45 dB). The steady duration and late hour suggest a generator or ongoing event, not passing traffic.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01952" y="480060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E7E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48256" y="4800600"/>
            <a:ext cx="4828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 actually do with this?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5431536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1EC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5431536"/>
            <a:ext cx="4828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reading is logged with a timestamp and limit reference — export it into a complaint report for your RWA or local ward office.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shows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43800" y="3017520"/>
            <a:ext cx="256032" cy="256032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80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27848" y="2944368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dB-to-legal-limit classification logic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3703320"/>
            <a:ext cx="256032" cy="256032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4380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927848" y="3630168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+ duration-based source inference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4389120"/>
            <a:ext cx="256032" cy="256032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43800" y="4389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927848" y="4315968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Zone-aware guidance (residential / silence / commercial)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3800" y="5074920"/>
            <a:ext cx="256032" cy="256032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543800" y="5074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27848" y="5001768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Exportable, evidence-style summary for advocacy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· AI for Sustainability Virtual Internship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75688"/>
            <a:ext cx="457200" cy="457200"/>
          </a:xfrm>
          <a:prstGeom prst="ellipse">
            <a:avLst/>
          </a:prstGeom>
          <a:solidFill>
            <a:srgbClr val="1F1B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756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legitimate exceptions (festivals, permitted events) so the system doesn't unfairly flag culturally sanctioned noise as a violation.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75688"/>
            <a:ext cx="457200" cy="457200"/>
          </a:xfrm>
          <a:prstGeom prst="ellipse">
            <a:avLst/>
          </a:prstGeom>
          <a:solidFill>
            <a:srgbClr val="3F7A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756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517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shows the dB reading, the applicable legal limit, and the reasoning — never just a verdict.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41648"/>
            <a:ext cx="457200" cy="457200"/>
          </a:xfrm>
          <a:prstGeom prst="ellipse">
            <a:avLst/>
          </a:prstGeom>
          <a:solidFill>
            <a:srgbClr val="C15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041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17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aggregated, evidence-style reports for advocacy — never targets or names individuals or specific households.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041648"/>
            <a:ext cx="457200" cy="457200"/>
          </a:xfrm>
          <a:prstGeom prst="ellipse">
            <a:avLst/>
          </a:prstGeom>
          <a:solidFill>
            <a:srgbClr val="D98E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04164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617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zone-level location and reading data only — no audio recordings, no precise home addresses.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· AI for Sustainability Virtual Internship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A25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anecdote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get a timestamped, regulation-referenced reading instead of an unverifiable complaint.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A25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80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from authorities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337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offices receive prioritized, source-classified reports instead of vague noise complaints.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A25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1945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880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zones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337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hospitals gain a way to demonstrate real violations of legally protected zones.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3A34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9377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implemented: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bodies could plug this into their existing grievance systems, turning scattered noise complaints into a prioritized, source-classified map — the same evidence base city planners use for traffic and construction permitting.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· AI for Sustainability Virtual Internship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E7E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isn't measured can't be enforced.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isn't about silencing a city — it's about giving residents and regulators the same evidence base, so protected zones actually stay protected.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2286000" cy="0"/>
          </a:xfrm>
          <a:prstGeom prst="line">
            <a:avLst/>
          </a:prstGeom>
          <a:noFill/>
          <a:ln w="31750">
            <a:solidFill>
              <a:srgbClr val="D98E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257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· AI for Sustainability Virtual Internship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2026-09-12T17:39:28Z</dcterms:created>
  <dcterms:modified xsi:type="dcterms:W3CDTF">2026-09-12T17:39:28Z</dcterms:modified>
</cp:coreProperties>
</file>